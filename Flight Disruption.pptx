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1B65E-EA5B-4B76-9C2E-42E1B4B87A13}" v="18" dt="2026-01-26T11:23:26.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guillermo Raposo" userId="df00aeb2a3124c24" providerId="LiveId" clId="{6892A532-19BB-4526-AA9B-4C3D57A02F6F}"/>
    <pc:docChg chg="undo custSel addSld modSld">
      <pc:chgData name="Andre guillermo Raposo" userId="df00aeb2a3124c24" providerId="LiveId" clId="{6892A532-19BB-4526-AA9B-4C3D57A02F6F}" dt="2026-01-26T11:27:43.308" v="115" actId="14100"/>
      <pc:docMkLst>
        <pc:docMk/>
      </pc:docMkLst>
      <pc:sldChg chg="modSp mod">
        <pc:chgData name="Andre guillermo Raposo" userId="df00aeb2a3124c24" providerId="LiveId" clId="{6892A532-19BB-4526-AA9B-4C3D57A02F6F}" dt="2026-01-26T11:27:43.308" v="115" actId="14100"/>
        <pc:sldMkLst>
          <pc:docMk/>
          <pc:sldMk cId="1034834836" sldId="256"/>
        </pc:sldMkLst>
        <pc:spChg chg="mod">
          <ac:chgData name="Andre guillermo Raposo" userId="df00aeb2a3124c24" providerId="LiveId" clId="{6892A532-19BB-4526-AA9B-4C3D57A02F6F}" dt="2026-01-26T11:27:43.308" v="115" actId="14100"/>
          <ac:spMkLst>
            <pc:docMk/>
            <pc:sldMk cId="1034834836" sldId="256"/>
            <ac:spMk id="2" creationId="{B69BBED2-23E0-F0D5-5B27-9EA42AA904D8}"/>
          </ac:spMkLst>
        </pc:spChg>
      </pc:sldChg>
      <pc:sldChg chg="modSp mod">
        <pc:chgData name="Andre guillermo Raposo" userId="df00aeb2a3124c24" providerId="LiveId" clId="{6892A532-19BB-4526-AA9B-4C3D57A02F6F}" dt="2026-01-26T11:04:02.558" v="98" actId="20577"/>
        <pc:sldMkLst>
          <pc:docMk/>
          <pc:sldMk cId="1832919031" sldId="257"/>
        </pc:sldMkLst>
        <pc:spChg chg="mod">
          <ac:chgData name="Andre guillermo Raposo" userId="df00aeb2a3124c24" providerId="LiveId" clId="{6892A532-19BB-4526-AA9B-4C3D57A02F6F}" dt="2026-01-26T11:04:02.558" v="98" actId="20577"/>
          <ac:spMkLst>
            <pc:docMk/>
            <pc:sldMk cId="1832919031" sldId="257"/>
            <ac:spMk id="2" creationId="{1993F828-3FC3-A8CA-3F81-DA54AAA1E25F}"/>
          </ac:spMkLst>
        </pc:spChg>
      </pc:sldChg>
      <pc:sldChg chg="modSp mod">
        <pc:chgData name="Andre guillermo Raposo" userId="df00aeb2a3124c24" providerId="LiveId" clId="{6892A532-19BB-4526-AA9B-4C3D57A02F6F}" dt="2026-01-26T11:09:04.080" v="99" actId="1076"/>
        <pc:sldMkLst>
          <pc:docMk/>
          <pc:sldMk cId="522538566" sldId="258"/>
        </pc:sldMkLst>
        <pc:spChg chg="mod">
          <ac:chgData name="Andre guillermo Raposo" userId="df00aeb2a3124c24" providerId="LiveId" clId="{6892A532-19BB-4526-AA9B-4C3D57A02F6F}" dt="2026-01-26T11:03:48.749" v="74" actId="20577"/>
          <ac:spMkLst>
            <pc:docMk/>
            <pc:sldMk cId="522538566" sldId="258"/>
            <ac:spMk id="2" creationId="{C5197089-17DF-B9FC-043C-494EDF145DEE}"/>
          </ac:spMkLst>
        </pc:spChg>
        <pc:spChg chg="mod">
          <ac:chgData name="Andre guillermo Raposo" userId="df00aeb2a3124c24" providerId="LiveId" clId="{6892A532-19BB-4526-AA9B-4C3D57A02F6F}" dt="2026-01-26T11:09:04.080" v="99" actId="1076"/>
          <ac:spMkLst>
            <pc:docMk/>
            <pc:sldMk cId="522538566" sldId="258"/>
            <ac:spMk id="3" creationId="{F36B4A76-EDAA-40B7-2B4D-D340379BE767}"/>
          </ac:spMkLst>
        </pc:spChg>
      </pc:sldChg>
      <pc:sldChg chg="addSp delSp modSp new mod">
        <pc:chgData name="Andre guillermo Raposo" userId="df00aeb2a3124c24" providerId="LiveId" clId="{6892A532-19BB-4526-AA9B-4C3D57A02F6F}" dt="2026-01-26T10:48:29.810" v="64" actId="20577"/>
        <pc:sldMkLst>
          <pc:docMk/>
          <pc:sldMk cId="2030678110" sldId="259"/>
        </pc:sldMkLst>
        <pc:spChg chg="mod">
          <ac:chgData name="Andre guillermo Raposo" userId="df00aeb2a3124c24" providerId="LiveId" clId="{6892A532-19BB-4526-AA9B-4C3D57A02F6F}" dt="2026-01-26T10:37:35.046" v="8" actId="20577"/>
          <ac:spMkLst>
            <pc:docMk/>
            <pc:sldMk cId="2030678110" sldId="259"/>
            <ac:spMk id="2" creationId="{15782EBB-EC18-0865-8A9C-8074C4AF5C46}"/>
          </ac:spMkLst>
        </pc:spChg>
        <pc:spChg chg="del">
          <ac:chgData name="Andre guillermo Raposo" userId="df00aeb2a3124c24" providerId="LiveId" clId="{6892A532-19BB-4526-AA9B-4C3D57A02F6F}" dt="2026-01-26T10:46:20.713" v="38"/>
          <ac:spMkLst>
            <pc:docMk/>
            <pc:sldMk cId="2030678110" sldId="259"/>
            <ac:spMk id="3" creationId="{57A5550A-6E9B-30BA-7EC9-7CA5C8D43E97}"/>
          </ac:spMkLst>
        </pc:spChg>
        <pc:spChg chg="add mod">
          <ac:chgData name="Andre guillermo Raposo" userId="df00aeb2a3124c24" providerId="LiveId" clId="{6892A532-19BB-4526-AA9B-4C3D57A02F6F}" dt="2026-01-26T10:48:29.810" v="64" actId="20577"/>
          <ac:spMkLst>
            <pc:docMk/>
            <pc:sldMk cId="2030678110" sldId="259"/>
            <ac:spMk id="4" creationId="{0E388D11-9EB2-7DA0-9D68-B6229093E83D}"/>
          </ac:spMkLst>
        </pc:spChg>
      </pc:sldChg>
      <pc:sldChg chg="modSp new mod">
        <pc:chgData name="Andre guillermo Raposo" userId="df00aeb2a3124c24" providerId="LiveId" clId="{6892A532-19BB-4526-AA9B-4C3D57A02F6F}" dt="2026-01-26T10:49:47.231" v="67" actId="1076"/>
        <pc:sldMkLst>
          <pc:docMk/>
          <pc:sldMk cId="3251303657" sldId="260"/>
        </pc:sldMkLst>
        <pc:spChg chg="mod">
          <ac:chgData name="Andre guillermo Raposo" userId="df00aeb2a3124c24" providerId="LiveId" clId="{6892A532-19BB-4526-AA9B-4C3D57A02F6F}" dt="2026-01-26T10:38:14.140" v="27" actId="20577"/>
          <ac:spMkLst>
            <pc:docMk/>
            <pc:sldMk cId="3251303657" sldId="260"/>
            <ac:spMk id="2" creationId="{8D594153-7A19-4B40-0A11-9EC9D6C5F97A}"/>
          </ac:spMkLst>
        </pc:spChg>
        <pc:spChg chg="mod">
          <ac:chgData name="Andre guillermo Raposo" userId="df00aeb2a3124c24" providerId="LiveId" clId="{6892A532-19BB-4526-AA9B-4C3D57A02F6F}" dt="2026-01-26T10:49:47.231" v="67" actId="1076"/>
          <ac:spMkLst>
            <pc:docMk/>
            <pc:sldMk cId="3251303657" sldId="260"/>
            <ac:spMk id="3" creationId="{248E99C7-6A8B-9021-74AE-A049167642B1}"/>
          </ac:spMkLst>
        </pc:spChg>
      </pc:sldChg>
      <pc:sldChg chg="modSp new mod">
        <pc:chgData name="Andre guillermo Raposo" userId="df00aeb2a3124c24" providerId="LiveId" clId="{6892A532-19BB-4526-AA9B-4C3D57A02F6F}" dt="2026-01-26T10:42:27.162" v="37" actId="1076"/>
        <pc:sldMkLst>
          <pc:docMk/>
          <pc:sldMk cId="2886491430" sldId="261"/>
        </pc:sldMkLst>
        <pc:spChg chg="mod">
          <ac:chgData name="Andre guillermo Raposo" userId="df00aeb2a3124c24" providerId="LiveId" clId="{6892A532-19BB-4526-AA9B-4C3D57A02F6F}" dt="2026-01-26T10:38:26.227" v="33" actId="20577"/>
          <ac:spMkLst>
            <pc:docMk/>
            <pc:sldMk cId="2886491430" sldId="261"/>
            <ac:spMk id="2" creationId="{CAC9576D-6236-1BC0-B3EE-13328AB2168A}"/>
          </ac:spMkLst>
        </pc:spChg>
        <pc:spChg chg="mod">
          <ac:chgData name="Andre guillermo Raposo" userId="df00aeb2a3124c24" providerId="LiveId" clId="{6892A532-19BB-4526-AA9B-4C3D57A02F6F}" dt="2026-01-26T10:42:27.162" v="37" actId="1076"/>
          <ac:spMkLst>
            <pc:docMk/>
            <pc:sldMk cId="2886491430" sldId="261"/>
            <ac:spMk id="3" creationId="{40C11425-9FE7-7C20-F1DA-4425CA6B616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39728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401742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4010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765768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834908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981056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02937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421605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516922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956719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1/26/2026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9069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‹nº›</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4166416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3" descr="Avião decolando em céu carregado">
            <a:extLst>
              <a:ext uri="{FF2B5EF4-FFF2-40B4-BE49-F238E27FC236}">
                <a16:creationId xmlns:a16="http://schemas.microsoft.com/office/drawing/2014/main" id="{99734DD0-48A7-9975-BBAE-233B014AF5E5}"/>
              </a:ext>
            </a:extLst>
          </p:cNvPr>
          <p:cNvPicPr>
            <a:picLocks noChangeAspect="1"/>
          </p:cNvPicPr>
          <p:nvPr/>
        </p:nvPicPr>
        <p:blipFill>
          <a:blip r:embed="rId2"/>
          <a:srcRect t="15413"/>
          <a:stretch>
            <a:fillRect/>
          </a:stretch>
        </p:blipFill>
        <p:spPr>
          <a:xfrm>
            <a:off x="20" y="10"/>
            <a:ext cx="12191979" cy="6857990"/>
          </a:xfrm>
          <a:prstGeom prst="rect">
            <a:avLst/>
          </a:prstGeom>
        </p:spPr>
      </p:pic>
      <p:sp>
        <p:nvSpPr>
          <p:cNvPr id="15" name="Rectangle 10">
            <a:extLst>
              <a:ext uri="{FF2B5EF4-FFF2-40B4-BE49-F238E27FC236}">
                <a16:creationId xmlns:a16="http://schemas.microsoft.com/office/drawing/2014/main" id="{0DBFCB27-760B-5FF3-72F5-581461CE1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9BBED2-23E0-F0D5-5B27-9EA42AA904D8}"/>
              </a:ext>
            </a:extLst>
          </p:cNvPr>
          <p:cNvSpPr>
            <a:spLocks noGrp="1"/>
          </p:cNvSpPr>
          <p:nvPr>
            <p:ph type="ctrTitle"/>
          </p:nvPr>
        </p:nvSpPr>
        <p:spPr>
          <a:xfrm>
            <a:off x="320039" y="175146"/>
            <a:ext cx="3170413" cy="960120"/>
          </a:xfrm>
        </p:spPr>
        <p:txBody>
          <a:bodyPr anchor="ctr">
            <a:normAutofit/>
          </a:bodyPr>
          <a:lstStyle/>
          <a:p>
            <a:r>
              <a:rPr lang="pt-BR" sz="4400" dirty="0" err="1">
                <a:solidFill>
                  <a:schemeClr val="tx1">
                    <a:lumMod val="75000"/>
                  </a:schemeClr>
                </a:solidFill>
              </a:rPr>
              <a:t>Flight</a:t>
            </a:r>
            <a:r>
              <a:rPr lang="pt-BR" sz="4400" dirty="0">
                <a:solidFill>
                  <a:schemeClr val="tx1">
                    <a:lumMod val="75000"/>
                  </a:schemeClr>
                </a:solidFill>
              </a:rPr>
              <a:t> Risk</a:t>
            </a:r>
          </a:p>
        </p:txBody>
      </p:sp>
    </p:spTree>
    <p:extLst>
      <p:ext uri="{BB962C8B-B14F-4D97-AF65-F5344CB8AC3E}">
        <p14:creationId xmlns:p14="http://schemas.microsoft.com/office/powerpoint/2010/main" val="103483483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93F828-3FC3-A8CA-3F81-DA54AAA1E25F}"/>
              </a:ext>
            </a:extLst>
          </p:cNvPr>
          <p:cNvSpPr>
            <a:spLocks noGrp="1"/>
          </p:cNvSpPr>
          <p:nvPr>
            <p:ph type="title"/>
          </p:nvPr>
        </p:nvSpPr>
        <p:spPr/>
        <p:txBody>
          <a:bodyPr/>
          <a:lstStyle/>
          <a:p>
            <a:r>
              <a:rPr lang="pt-BR" dirty="0"/>
              <a:t>The </a:t>
            </a:r>
            <a:r>
              <a:rPr lang="pt-BR" dirty="0" err="1"/>
              <a:t>Problem</a:t>
            </a:r>
            <a:endParaRPr lang="pt-BR" dirty="0"/>
          </a:p>
        </p:txBody>
      </p:sp>
      <p:sp>
        <p:nvSpPr>
          <p:cNvPr id="3" name="Espaço Reservado para Conteúdo 2">
            <a:extLst>
              <a:ext uri="{FF2B5EF4-FFF2-40B4-BE49-F238E27FC236}">
                <a16:creationId xmlns:a16="http://schemas.microsoft.com/office/drawing/2014/main" id="{99628C4E-CEEC-E497-7D5B-1D7434678224}"/>
              </a:ext>
            </a:extLst>
          </p:cNvPr>
          <p:cNvSpPr>
            <a:spLocks noGrp="1"/>
          </p:cNvSpPr>
          <p:nvPr>
            <p:ph idx="1"/>
          </p:nvPr>
        </p:nvSpPr>
        <p:spPr>
          <a:xfrm>
            <a:off x="521208" y="3111419"/>
            <a:ext cx="11155680" cy="1305134"/>
          </a:xfrm>
        </p:spPr>
        <p:txBody>
          <a:bodyPr/>
          <a:lstStyle/>
          <a:p>
            <a:r>
              <a:rPr lang="en-US" dirty="0"/>
              <a:t>Travelers face a "blind purchase" because they cannot assess the risk of delays or cancellations, which is critical for business trips and insurance decisions. This lack of transparency forces decisions based only on price, ignoring the high cost of potential disruptions.</a:t>
            </a:r>
            <a:endParaRPr lang="pt-BR" dirty="0"/>
          </a:p>
        </p:txBody>
      </p:sp>
    </p:spTree>
    <p:extLst>
      <p:ext uri="{BB962C8B-B14F-4D97-AF65-F5344CB8AC3E}">
        <p14:creationId xmlns:p14="http://schemas.microsoft.com/office/powerpoint/2010/main" val="183291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197089-17DF-B9FC-043C-494EDF145DEE}"/>
              </a:ext>
            </a:extLst>
          </p:cNvPr>
          <p:cNvSpPr>
            <a:spLocks noGrp="1"/>
          </p:cNvSpPr>
          <p:nvPr>
            <p:ph type="title"/>
          </p:nvPr>
        </p:nvSpPr>
        <p:spPr/>
        <p:txBody>
          <a:bodyPr/>
          <a:lstStyle/>
          <a:p>
            <a:r>
              <a:rPr lang="pt-BR" dirty="0"/>
              <a:t>The Data </a:t>
            </a:r>
          </a:p>
        </p:txBody>
      </p:sp>
      <p:sp>
        <p:nvSpPr>
          <p:cNvPr id="3" name="Espaço Reservado para Conteúdo 2">
            <a:extLst>
              <a:ext uri="{FF2B5EF4-FFF2-40B4-BE49-F238E27FC236}">
                <a16:creationId xmlns:a16="http://schemas.microsoft.com/office/drawing/2014/main" id="{F36B4A76-EDAA-40B7-2B4D-D340379BE767}"/>
              </a:ext>
            </a:extLst>
          </p:cNvPr>
          <p:cNvSpPr>
            <a:spLocks noGrp="1"/>
          </p:cNvSpPr>
          <p:nvPr>
            <p:ph idx="1"/>
          </p:nvPr>
        </p:nvSpPr>
        <p:spPr>
          <a:xfrm>
            <a:off x="521208" y="3072090"/>
            <a:ext cx="10749608" cy="1344463"/>
          </a:xfrm>
        </p:spPr>
        <p:txBody>
          <a:bodyPr/>
          <a:lstStyle/>
          <a:p>
            <a:r>
              <a:rPr lang="en-US" dirty="0"/>
              <a:t>Reliable flight data is locked behind expensive APIs or limited to basic airline-to-airport reports, making it difficult to access granular information. This creates a major opportunity for Data Science to build predictive models using limited, public datasets to estimate operational risk.</a:t>
            </a:r>
            <a:endParaRPr lang="pt-BR" dirty="0"/>
          </a:p>
        </p:txBody>
      </p:sp>
    </p:spTree>
    <p:extLst>
      <p:ext uri="{BB962C8B-B14F-4D97-AF65-F5344CB8AC3E}">
        <p14:creationId xmlns:p14="http://schemas.microsoft.com/office/powerpoint/2010/main" val="522538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782EBB-EC18-0865-8A9C-8074C4AF5C46}"/>
              </a:ext>
            </a:extLst>
          </p:cNvPr>
          <p:cNvSpPr>
            <a:spLocks noGrp="1"/>
          </p:cNvSpPr>
          <p:nvPr>
            <p:ph type="title"/>
          </p:nvPr>
        </p:nvSpPr>
        <p:spPr/>
        <p:txBody>
          <a:bodyPr/>
          <a:lstStyle/>
          <a:p>
            <a:r>
              <a:rPr lang="pt-BR" dirty="0"/>
              <a:t>Approach</a:t>
            </a:r>
          </a:p>
        </p:txBody>
      </p:sp>
      <p:sp>
        <p:nvSpPr>
          <p:cNvPr id="4" name="Rectangle 1">
            <a:extLst>
              <a:ext uri="{FF2B5EF4-FFF2-40B4-BE49-F238E27FC236}">
                <a16:creationId xmlns:a16="http://schemas.microsoft.com/office/drawing/2014/main" id="{0E388D11-9EB2-7DA0-9D68-B6229093E83D}"/>
              </a:ext>
            </a:extLst>
          </p:cNvPr>
          <p:cNvSpPr>
            <a:spLocks noGrp="1" noChangeArrowheads="1"/>
          </p:cNvSpPr>
          <p:nvPr>
            <p:ph idx="1"/>
          </p:nvPr>
        </p:nvSpPr>
        <p:spPr bwMode="auto">
          <a:xfrm>
            <a:off x="521208" y="2184726"/>
            <a:ext cx="9950147"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b="1" i="0" u="none" strike="noStrike" cap="none" normalizeH="0" baseline="0" dirty="0" err="1">
                <a:ln>
                  <a:noFill/>
                </a:ln>
                <a:solidFill>
                  <a:schemeClr val="tx1"/>
                </a:solidFill>
                <a:effectLst/>
                <a:latin typeface="Arial" panose="020B0604020202020204" pitchFamily="34" charset="0"/>
              </a:rPr>
              <a:t>Strategic</a:t>
            </a:r>
            <a:r>
              <a:rPr kumimoji="0" lang="pt-BR" altLang="pt-BR" sz="1600" b="1" i="0" u="none" strike="noStrike" cap="none" normalizeH="0" baseline="0" dirty="0">
                <a:ln>
                  <a:noFill/>
                </a:ln>
                <a:solidFill>
                  <a:schemeClr val="tx1"/>
                </a:solidFill>
                <a:effectLst/>
                <a:latin typeface="Arial" panose="020B0604020202020204" pitchFamily="34" charset="0"/>
              </a:rPr>
              <a:t> Data </a:t>
            </a:r>
            <a:r>
              <a:rPr kumimoji="0" lang="pt-BR" altLang="pt-BR" sz="1600" b="1" i="0" u="none" strike="noStrike" cap="none" normalizeH="0" baseline="0" dirty="0" err="1">
                <a:ln>
                  <a:noFill/>
                </a:ln>
                <a:solidFill>
                  <a:schemeClr val="tx1"/>
                </a:solidFill>
                <a:effectLst/>
                <a:latin typeface="Arial" panose="020B0604020202020204" pitchFamily="34" charset="0"/>
              </a:rPr>
              <a:t>Acquisition</a:t>
            </a:r>
            <a:r>
              <a:rPr kumimoji="0" lang="pt-BR" altLang="pt-BR" sz="1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a:ln>
                  <a:noFill/>
                </a:ln>
                <a:solidFill>
                  <a:schemeClr val="tx1"/>
                </a:solidFill>
                <a:effectLst/>
                <a:latin typeface="Arial" panose="020B0604020202020204" pitchFamily="34" charset="0"/>
              </a:rPr>
              <a:t>Web </a:t>
            </a:r>
            <a:r>
              <a:rPr kumimoji="0" lang="pt-BR" altLang="pt-BR" sz="1600" i="0" u="none" strike="noStrike" cap="none" normalizeH="0" baseline="0" dirty="0" err="1">
                <a:ln>
                  <a:noFill/>
                </a:ln>
                <a:solidFill>
                  <a:schemeClr val="tx1"/>
                </a:solidFill>
                <a:effectLst/>
                <a:latin typeface="Arial" panose="020B0604020202020204" pitchFamily="34" charset="0"/>
              </a:rPr>
              <a:t>Scraping</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Alternative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Developed</a:t>
            </a:r>
            <a:r>
              <a:rPr kumimoji="0" lang="pt-BR" altLang="pt-BR" sz="1600" i="0" u="none" strike="noStrike" cap="none" normalizeH="0" baseline="0" dirty="0">
                <a:ln>
                  <a:noFill/>
                </a:ln>
                <a:solidFill>
                  <a:schemeClr val="tx1"/>
                </a:solidFill>
                <a:effectLst/>
                <a:latin typeface="Arial" panose="020B0604020202020204" pitchFamily="34" charset="0"/>
              </a:rPr>
              <a:t> a </a:t>
            </a:r>
            <a:r>
              <a:rPr kumimoji="0" lang="pt-BR" altLang="pt-BR" sz="1600" i="0" u="none" strike="noStrike" cap="none" normalizeH="0" baseline="0" dirty="0" err="1">
                <a:ln>
                  <a:noFill/>
                </a:ln>
                <a:solidFill>
                  <a:schemeClr val="tx1"/>
                </a:solidFill>
                <a:effectLst/>
                <a:latin typeface="Arial" panose="020B0604020202020204" pitchFamily="34" charset="0"/>
              </a:rPr>
              <a:t>custom</a:t>
            </a:r>
            <a:r>
              <a:rPr kumimoji="0" lang="pt-BR" altLang="pt-BR" sz="1600" i="0" u="none" strike="noStrike" cap="none" normalizeH="0" baseline="0" dirty="0">
                <a:ln>
                  <a:noFill/>
                </a:ln>
                <a:solidFill>
                  <a:schemeClr val="tx1"/>
                </a:solidFill>
                <a:effectLst/>
                <a:latin typeface="Arial" panose="020B0604020202020204" pitchFamily="34" charset="0"/>
              </a:rPr>
              <a:t> Python scraper </a:t>
            </a:r>
            <a:r>
              <a:rPr kumimoji="0" lang="pt-BR" altLang="pt-BR" sz="1600" i="0" u="none" strike="noStrike" cap="none" normalizeH="0" baseline="0" dirty="0" err="1">
                <a:ln>
                  <a:noFill/>
                </a:ln>
                <a:solidFill>
                  <a:schemeClr val="tx1"/>
                </a:solidFill>
                <a:effectLst/>
                <a:latin typeface="Arial" panose="020B0604020202020204" pitchFamily="34" charset="0"/>
              </a:rPr>
              <a:t>to</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bypass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expensive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commercial</a:t>
            </a:r>
            <a:r>
              <a:rPr kumimoji="0" lang="pt-BR" altLang="pt-BR" sz="1600" i="0" u="none" strike="noStrike" cap="none" normalizeH="0" baseline="0" dirty="0">
                <a:ln>
                  <a:noFill/>
                </a:ln>
                <a:solidFill>
                  <a:schemeClr val="tx1"/>
                </a:solidFill>
                <a:effectLst/>
                <a:latin typeface="Arial" panose="020B0604020202020204" pitchFamily="34" charset="0"/>
              </a:rPr>
              <a:t> APIs, </a:t>
            </a:r>
            <a:r>
              <a:rPr kumimoji="0" lang="pt-BR" altLang="pt-BR" sz="1600" i="0" u="none" strike="noStrike" cap="none" normalizeH="0" baseline="0" dirty="0" err="1">
                <a:ln>
                  <a:noFill/>
                </a:ln>
                <a:solidFill>
                  <a:schemeClr val="tx1"/>
                </a:solidFill>
                <a:effectLst/>
                <a:latin typeface="Arial" panose="020B0604020202020204" pitchFamily="34" charset="0"/>
              </a:rPr>
              <a:t>extracting</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raw</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historical</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records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directly</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from</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the</a:t>
            </a:r>
            <a:r>
              <a:rPr kumimoji="0" lang="pt-BR" altLang="pt-BR" sz="1600" i="0" u="none" strike="noStrike" cap="none" normalizeH="0" baseline="0" dirty="0">
                <a:ln>
                  <a:noFill/>
                </a:ln>
                <a:solidFill>
                  <a:schemeClr val="tx1"/>
                </a:solidFill>
                <a:effectLst/>
                <a:latin typeface="Arial" panose="020B0604020202020204" pitchFamily="34" charset="0"/>
              </a:rPr>
              <a:t> UK CAA.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a:ln>
                  <a:noFill/>
                </a:ln>
                <a:solidFill>
                  <a:schemeClr val="tx1"/>
                </a:solidFill>
                <a:effectLst/>
                <a:latin typeface="Arial" panose="020B0604020202020204" pitchFamily="34" charset="0"/>
              </a:rPr>
              <a:t>Data </a:t>
            </a:r>
            <a:r>
              <a:rPr kumimoji="0" lang="pt-BR" altLang="pt-BR" sz="1600" i="0" u="none" strike="noStrike" cap="none" normalizeH="0" baseline="0" dirty="0" err="1">
                <a:ln>
                  <a:noFill/>
                </a:ln>
                <a:solidFill>
                  <a:schemeClr val="tx1"/>
                </a:solidFill>
                <a:effectLst/>
                <a:latin typeface="Arial" panose="020B0604020202020204" pitchFamily="34" charset="0"/>
              </a:rPr>
              <a:t>Synthesis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Merged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years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of</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fragmented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monthly</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reports</a:t>
            </a:r>
            <a:r>
              <a:rPr kumimoji="0" lang="pt-BR" altLang="pt-BR" sz="1600" i="0" u="none" strike="noStrike" cap="none" normalizeH="0" baseline="0" dirty="0">
                <a:ln>
                  <a:noFill/>
                </a:ln>
                <a:solidFill>
                  <a:schemeClr val="tx1"/>
                </a:solidFill>
                <a:effectLst/>
                <a:latin typeface="Arial" panose="020B0604020202020204" pitchFamily="34" charset="0"/>
              </a:rPr>
              <a:t> (2022–2025) </a:t>
            </a:r>
            <a:r>
              <a:rPr kumimoji="0" lang="pt-BR" altLang="pt-BR" sz="1600" i="0" u="none" strike="noStrike" cap="none" normalizeH="0" baseline="0" dirty="0" err="1">
                <a:ln>
                  <a:noFill/>
                </a:ln>
                <a:solidFill>
                  <a:schemeClr val="tx1"/>
                </a:solidFill>
                <a:effectLst/>
                <a:latin typeface="Arial" panose="020B0604020202020204" pitchFamily="34" charset="0"/>
              </a:rPr>
              <a:t>into</a:t>
            </a:r>
            <a:r>
              <a:rPr kumimoji="0" lang="pt-BR" altLang="pt-BR" sz="1600" i="0" u="none" strike="noStrike" cap="none" normalizeH="0" baseline="0" dirty="0">
                <a:ln>
                  <a:noFill/>
                </a:ln>
                <a:solidFill>
                  <a:schemeClr val="tx1"/>
                </a:solidFill>
                <a:effectLst/>
                <a:latin typeface="Arial" panose="020B0604020202020204" pitchFamily="34" charset="0"/>
              </a:rPr>
              <a:t> a </a:t>
            </a:r>
            <a:r>
              <a:rPr kumimoji="0" lang="pt-BR" altLang="pt-BR" sz="1600" i="0" u="none" strike="noStrike" cap="none" normalizeH="0" baseline="0" dirty="0" err="1">
                <a:ln>
                  <a:noFill/>
                </a:ln>
                <a:solidFill>
                  <a:schemeClr val="tx1"/>
                </a:solidFill>
                <a:effectLst/>
                <a:latin typeface="Arial" panose="020B0604020202020204" pitchFamily="34" charset="0"/>
              </a:rPr>
              <a:t>unified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dataset</a:t>
            </a:r>
            <a:r>
              <a:rPr kumimoji="0" lang="pt-BR" altLang="pt-BR" sz="1600" i="0" u="none" strike="noStrike" cap="none" normalizeH="0" baseline="0" dirty="0">
                <a:ln>
                  <a:noFill/>
                </a:ln>
                <a:solidFill>
                  <a:schemeClr val="tx1"/>
                </a:solidFill>
                <a:effectLst/>
                <a:latin typeface="Arial" panose="020B0604020202020204" pitchFamily="34" charset="0"/>
              </a:rPr>
              <a:t> for longitudinal </a:t>
            </a:r>
            <a:r>
              <a:rPr kumimoji="0" lang="pt-BR" altLang="pt-BR" sz="1600" i="0" u="none" strike="noStrike" cap="none" normalizeH="0" baseline="0" dirty="0" err="1">
                <a:ln>
                  <a:noFill/>
                </a:ln>
                <a:solidFill>
                  <a:schemeClr val="tx1"/>
                </a:solidFill>
                <a:effectLst/>
                <a:latin typeface="Arial" panose="020B0604020202020204" pitchFamily="34" charset="0"/>
              </a:rPr>
              <a:t>analysis</a:t>
            </a:r>
            <a:r>
              <a:rPr kumimoji="0" lang="pt-BR" altLang="pt-BR"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b="1" i="0" u="none" strike="noStrike" cap="none" normalizeH="0" baseline="0" dirty="0">
                <a:ln>
                  <a:noFill/>
                </a:ln>
                <a:solidFill>
                  <a:schemeClr val="tx1"/>
                </a:solidFill>
                <a:effectLst/>
                <a:latin typeface="Arial" panose="020B0604020202020204" pitchFamily="34" charset="0"/>
              </a:rPr>
              <a:t>Feature </a:t>
            </a:r>
            <a:r>
              <a:rPr kumimoji="0" lang="pt-BR" altLang="pt-BR" sz="1600" b="1" i="0" u="none" strike="noStrike" cap="none" normalizeH="0" baseline="0" dirty="0" err="1">
                <a:ln>
                  <a:noFill/>
                </a:ln>
                <a:solidFill>
                  <a:schemeClr val="tx1"/>
                </a:solidFill>
                <a:effectLst/>
                <a:latin typeface="Arial" panose="020B0604020202020204" pitchFamily="34" charset="0"/>
              </a:rPr>
              <a:t>Engineering</a:t>
            </a:r>
            <a:r>
              <a:rPr kumimoji="0" lang="pt-BR" altLang="pt-BR" sz="1600" b="1" i="0" u="none" strike="noStrike" cap="none" normalizeH="0" baseline="0" dirty="0">
                <a:ln>
                  <a:noFill/>
                </a:ln>
                <a:solidFill>
                  <a:schemeClr val="tx1"/>
                </a:solidFill>
                <a:effectLst/>
                <a:latin typeface="Arial" panose="020B0604020202020204" pitchFamily="34" charset="0"/>
              </a:rPr>
              <a:t> &amp; Target </a:t>
            </a:r>
            <a:r>
              <a:rPr kumimoji="0" lang="pt-BR" altLang="pt-BR" sz="1600" b="1" i="0" u="none" strike="noStrike" cap="none" normalizeH="0" baseline="0" dirty="0" err="1">
                <a:ln>
                  <a:noFill/>
                </a:ln>
                <a:solidFill>
                  <a:schemeClr val="tx1"/>
                </a:solidFill>
                <a:effectLst/>
                <a:latin typeface="Arial" panose="020B0604020202020204" pitchFamily="34" charset="0"/>
              </a:rPr>
              <a:t>Adaptation</a:t>
            </a:r>
            <a:r>
              <a:rPr kumimoji="0" lang="pt-BR" altLang="pt-BR" sz="1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err="1">
                <a:ln>
                  <a:noFill/>
                </a:ln>
                <a:solidFill>
                  <a:schemeClr val="tx1"/>
                </a:solidFill>
                <a:effectLst/>
                <a:latin typeface="Arial" panose="020B0604020202020204" pitchFamily="34" charset="0"/>
              </a:rPr>
              <a:t>Dataset</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Augmentation</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Generated</a:t>
            </a:r>
            <a:r>
              <a:rPr kumimoji="0" lang="pt-BR" altLang="pt-BR" sz="1600" i="0" u="none" strike="noStrike" cap="none" normalizeH="0" baseline="0" dirty="0">
                <a:ln>
                  <a:noFill/>
                </a:ln>
                <a:solidFill>
                  <a:schemeClr val="tx1"/>
                </a:solidFill>
                <a:effectLst/>
                <a:latin typeface="Arial" panose="020B0604020202020204" pitchFamily="34" charset="0"/>
              </a:rPr>
              <a:t> new </a:t>
            </a:r>
            <a:r>
              <a:rPr kumimoji="0" lang="pt-BR" altLang="pt-BR" sz="1600" i="0" u="none" strike="noStrike" cap="none" normalizeH="0" baseline="0" dirty="0" err="1">
                <a:ln>
                  <a:noFill/>
                </a:ln>
                <a:solidFill>
                  <a:schemeClr val="tx1"/>
                </a:solidFill>
                <a:effectLst/>
                <a:latin typeface="Arial" panose="020B0604020202020204" pitchFamily="34" charset="0"/>
              </a:rPr>
              <a:t>columns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to</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overcome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raw</a:t>
            </a:r>
            <a:r>
              <a:rPr kumimoji="0" lang="pt-BR" altLang="pt-BR" sz="1600" i="0" u="none" strike="noStrike" cap="none" normalizeH="0" baseline="0" dirty="0">
                <a:ln>
                  <a:noFill/>
                </a:ln>
                <a:solidFill>
                  <a:schemeClr val="tx1"/>
                </a:solidFill>
                <a:effectLst/>
                <a:latin typeface="Arial" panose="020B0604020202020204" pitchFamily="34" charset="0"/>
              </a:rPr>
              <a:t> data </a:t>
            </a:r>
            <a:r>
              <a:rPr kumimoji="0" lang="pt-BR" altLang="pt-BR" sz="1600" i="0" u="none" strike="noStrike" cap="none" normalizeH="0" baseline="0" dirty="0" err="1">
                <a:ln>
                  <a:noFill/>
                </a:ln>
                <a:solidFill>
                  <a:schemeClr val="tx1"/>
                </a:solidFill>
                <a:effectLst/>
                <a:latin typeface="Arial" panose="020B0604020202020204" pitchFamily="34" charset="0"/>
              </a:rPr>
              <a:t>limitations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including</a:t>
            </a:r>
            <a:r>
              <a:rPr kumimoji="0" lang="pt-BR" altLang="pt-BR" sz="1600" i="0" u="none" strike="noStrike" cap="none" normalizeH="0" baseline="0" dirty="0">
                <a:ln>
                  <a:noFill/>
                </a:ln>
                <a:solidFill>
                  <a:schemeClr val="tx1"/>
                </a:solidFill>
                <a:effectLst/>
                <a:latin typeface="Arial" panose="020B0604020202020204" pitchFamily="34" charset="0"/>
              </a:rPr>
              <a:t> temporal features (</a:t>
            </a:r>
            <a:r>
              <a:rPr kumimoji="0" lang="pt-BR" altLang="pt-BR" sz="1600" i="0" u="none" strike="noStrike" cap="none" normalizeH="0" baseline="0" dirty="0" err="1">
                <a:ln>
                  <a:noFill/>
                </a:ln>
                <a:solidFill>
                  <a:schemeClr val="tx1"/>
                </a:solidFill>
                <a:effectLst/>
                <a:latin typeface="Arial" panose="020B0604020202020204" pitchFamily="34" charset="0"/>
              </a:rPr>
              <a:t>seasonality</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weekday</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patterns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and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peak</a:t>
            </a:r>
            <a:r>
              <a:rPr kumimoji="0" lang="pt-BR" altLang="pt-BR" sz="1600" i="0" u="none" strike="noStrike" cap="none" normalizeH="0" baseline="0" dirty="0">
                <a:ln>
                  <a:noFill/>
                </a:ln>
                <a:solidFill>
                  <a:schemeClr val="tx1"/>
                </a:solidFill>
                <a:effectLst/>
                <a:latin typeface="Arial" panose="020B0604020202020204" pitchFamily="34" charset="0"/>
              </a:rPr>
              <a:t> hours).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a:ln>
                  <a:noFill/>
                </a:ln>
                <a:solidFill>
                  <a:schemeClr val="tx1"/>
                </a:solidFill>
                <a:effectLst/>
                <a:latin typeface="Arial" panose="020B0604020202020204" pitchFamily="34" charset="0"/>
              </a:rPr>
              <a:t>Target </a:t>
            </a:r>
            <a:r>
              <a:rPr kumimoji="0" lang="pt-BR" altLang="pt-BR" sz="1600" i="0" u="none" strike="noStrike" cap="none" normalizeH="0" baseline="0" dirty="0" err="1">
                <a:ln>
                  <a:noFill/>
                </a:ln>
                <a:solidFill>
                  <a:schemeClr val="tx1"/>
                </a:solidFill>
                <a:effectLst/>
                <a:latin typeface="Arial" panose="020B0604020202020204" pitchFamily="34" charset="0"/>
              </a:rPr>
              <a:t>Refinement</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Adapted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model’s</a:t>
            </a:r>
            <a:r>
              <a:rPr kumimoji="0" lang="pt-BR" altLang="pt-BR" sz="1600" i="0" u="none" strike="noStrike" cap="none" normalizeH="0" baseline="0" dirty="0">
                <a:ln>
                  <a:noFill/>
                </a:ln>
                <a:solidFill>
                  <a:schemeClr val="tx1"/>
                </a:solidFill>
                <a:effectLst/>
                <a:latin typeface="Arial" panose="020B0604020202020204" pitchFamily="34" charset="0"/>
              </a:rPr>
              <a:t> target </a:t>
            </a:r>
            <a:r>
              <a:rPr kumimoji="0" lang="pt-BR" altLang="pt-BR" sz="1600" i="0" u="none" strike="noStrike" cap="none" normalizeH="0" baseline="0" dirty="0" err="1">
                <a:ln>
                  <a:noFill/>
                </a:ln>
                <a:solidFill>
                  <a:schemeClr val="tx1"/>
                </a:solidFill>
                <a:effectLst/>
                <a:latin typeface="Arial" panose="020B0604020202020204" pitchFamily="34" charset="0"/>
              </a:rPr>
              <a:t>variables</a:t>
            </a:r>
            <a:r>
              <a:rPr kumimoji="0" lang="pt-BR" altLang="pt-BR" sz="1600" i="0" u="none" strike="noStrike" cap="none" normalizeH="0" baseline="0" dirty="0">
                <a:ln>
                  <a:noFill/>
                </a:ln>
                <a:solidFill>
                  <a:schemeClr val="tx1"/>
                </a:solidFill>
                <a:effectLst/>
                <a:latin typeface="Arial" panose="020B0604020202020204" pitchFamily="34" charset="0"/>
              </a:rPr>
              <a:t> (Delay vs. </a:t>
            </a:r>
            <a:r>
              <a:rPr kumimoji="0" lang="pt-BR" altLang="pt-BR" sz="1600" i="0" u="none" strike="noStrike" cap="none" normalizeH="0" baseline="0" dirty="0" err="1">
                <a:ln>
                  <a:noFill/>
                </a:ln>
                <a:solidFill>
                  <a:schemeClr val="tx1"/>
                </a:solidFill>
                <a:effectLst/>
                <a:latin typeface="Arial" panose="020B0604020202020204" pitchFamily="34" charset="0"/>
              </a:rPr>
              <a:t>Cancellation</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to</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align</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with</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specific</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distribution</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and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constraints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of</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extracted</a:t>
            </a:r>
            <a:r>
              <a:rPr kumimoji="0" lang="pt-BR" altLang="pt-BR" sz="1600" i="0" u="none" strike="noStrike" cap="none" normalizeH="0" baseline="0" dirty="0">
                <a:ln>
                  <a:noFill/>
                </a:ln>
                <a:solidFill>
                  <a:schemeClr val="tx1"/>
                </a:solidFill>
                <a:effectLst/>
                <a:latin typeface="Arial" panose="020B0604020202020204" pitchFamily="34" charset="0"/>
              </a:rPr>
              <a: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b="1" i="0" u="none" strike="noStrike" cap="none" normalizeH="0" baseline="0" dirty="0">
                <a:ln>
                  <a:noFill/>
                </a:ln>
                <a:solidFill>
                  <a:schemeClr val="tx1"/>
                </a:solidFill>
                <a:effectLst/>
                <a:latin typeface="Arial" panose="020B0604020202020204" pitchFamily="34" charset="0"/>
              </a:rPr>
              <a:t>Model </a:t>
            </a:r>
            <a:r>
              <a:rPr kumimoji="0" lang="pt-BR" altLang="pt-BR" sz="1600" b="1" i="0" u="none" strike="noStrike" cap="none" normalizeH="0" baseline="0" dirty="0" err="1">
                <a:ln>
                  <a:noFill/>
                </a:ln>
                <a:solidFill>
                  <a:schemeClr val="tx1"/>
                </a:solidFill>
                <a:effectLst/>
                <a:latin typeface="Arial" panose="020B0604020202020204" pitchFamily="34" charset="0"/>
              </a:rPr>
              <a:t>Optimization</a:t>
            </a:r>
            <a:r>
              <a:rPr kumimoji="0" lang="pt-BR" altLang="pt-BR" sz="1600" b="1" i="0" u="none" strike="noStrike" cap="none" normalizeH="0" baseline="0" dirty="0">
                <a:ln>
                  <a:noFill/>
                </a:ln>
                <a:solidFill>
                  <a:schemeClr val="tx1"/>
                </a:solidFill>
                <a:effectLst/>
                <a:latin typeface="Arial" panose="020B0604020202020204" pitchFamily="34" charset="0"/>
              </a:rPr>
              <a:t> &amp; EDA: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err="1">
                <a:ln>
                  <a:noFill/>
                </a:ln>
                <a:solidFill>
                  <a:schemeClr val="tx1"/>
                </a:solidFill>
                <a:effectLst/>
                <a:latin typeface="Arial" panose="020B0604020202020204" pitchFamily="34" charset="0"/>
              </a:rPr>
              <a:t>Correlation</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Analysis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Conducted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deep</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Exploratory</a:t>
            </a:r>
            <a:r>
              <a:rPr kumimoji="0" lang="pt-BR" altLang="pt-BR" sz="1600" i="0" u="none" strike="noStrike" cap="none" normalizeH="0" baseline="0" dirty="0">
                <a:ln>
                  <a:noFill/>
                </a:ln>
                <a:solidFill>
                  <a:schemeClr val="tx1"/>
                </a:solidFill>
                <a:effectLst/>
                <a:latin typeface="Arial" panose="020B0604020202020204" pitchFamily="34" charset="0"/>
              </a:rPr>
              <a:t> Data </a:t>
            </a:r>
            <a:r>
              <a:rPr kumimoji="0" lang="pt-BR" altLang="pt-BR" sz="1600" i="0" u="none" strike="noStrike" cap="none" normalizeH="0" baseline="0" dirty="0" err="1">
                <a:ln>
                  <a:noFill/>
                </a:ln>
                <a:solidFill>
                  <a:schemeClr val="tx1"/>
                </a:solidFill>
                <a:effectLst/>
                <a:latin typeface="Arial" panose="020B0604020202020204" pitchFamily="34" charset="0"/>
              </a:rPr>
              <a:t>Analysis</a:t>
            </a:r>
            <a:r>
              <a:rPr kumimoji="0" lang="pt-BR" altLang="pt-BR" sz="1600" i="0" u="none" strike="noStrike" cap="none" normalizeH="0" baseline="0" dirty="0">
                <a:ln>
                  <a:noFill/>
                </a:ln>
                <a:solidFill>
                  <a:schemeClr val="tx1"/>
                </a:solidFill>
                <a:effectLst/>
                <a:latin typeface="Arial" panose="020B0604020202020204" pitchFamily="34" charset="0"/>
              </a:rPr>
              <a:t> (EDA) </a:t>
            </a:r>
            <a:r>
              <a:rPr kumimoji="0" lang="pt-BR" altLang="pt-BR" sz="1600" i="0" u="none" strike="noStrike" cap="none" normalizeH="0" baseline="0" dirty="0" err="1">
                <a:ln>
                  <a:noFill/>
                </a:ln>
                <a:solidFill>
                  <a:schemeClr val="tx1"/>
                </a:solidFill>
                <a:effectLst/>
                <a:latin typeface="Arial" panose="020B0604020202020204" pitchFamily="34" charset="0"/>
              </a:rPr>
              <a:t>to</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map</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key</a:t>
            </a:r>
            <a:r>
              <a:rPr kumimoji="0" lang="pt-BR" altLang="pt-BR" sz="1600" i="0" u="none" strike="noStrike" cap="none" normalizeH="0" baseline="0" dirty="0">
                <a:ln>
                  <a:noFill/>
                </a:ln>
                <a:solidFill>
                  <a:schemeClr val="tx1"/>
                </a:solidFill>
                <a:effectLst/>
                <a:latin typeface="Arial" panose="020B0604020202020204" pitchFamily="34" charset="0"/>
              </a:rPr>
              <a:t> drivers </a:t>
            </a:r>
            <a:r>
              <a:rPr kumimoji="0" lang="pt-BR" altLang="pt-BR" sz="1600" i="0" u="none" strike="noStrike" cap="none" normalizeH="0" baseline="0" dirty="0" err="1">
                <a:ln>
                  <a:noFill/>
                </a:ln>
                <a:solidFill>
                  <a:schemeClr val="tx1"/>
                </a:solidFill>
                <a:effectLst/>
                <a:latin typeface="Arial" panose="020B0604020202020204" pitchFamily="34" charset="0"/>
              </a:rPr>
              <a:t>of</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flight</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disruptions</a:t>
            </a:r>
            <a:r>
              <a:rPr kumimoji="0" lang="pt-BR" altLang="pt-BR"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600" i="0" u="none" strike="noStrike" cap="none" normalizeH="0" baseline="0" dirty="0">
                <a:ln>
                  <a:noFill/>
                </a:ln>
                <a:solidFill>
                  <a:schemeClr val="tx1"/>
                </a:solidFill>
                <a:effectLst/>
                <a:latin typeface="Arial" panose="020B0604020202020204" pitchFamily="34" charset="0"/>
              </a:rPr>
              <a:t>Experimental </a:t>
            </a:r>
            <a:r>
              <a:rPr kumimoji="0" lang="pt-BR" altLang="pt-BR" sz="1600" i="0" u="none" strike="noStrike" cap="none" normalizeH="0" baseline="0" dirty="0" err="1">
                <a:ln>
                  <a:noFill/>
                </a:ln>
                <a:solidFill>
                  <a:schemeClr val="tx1"/>
                </a:solidFill>
                <a:effectLst/>
                <a:latin typeface="Arial" panose="020B0604020202020204" pitchFamily="34" charset="0"/>
              </a:rPr>
              <a:t>Architecture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Iterating</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through</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multiple</a:t>
            </a:r>
            <a:r>
              <a:rPr kumimoji="0" lang="pt-BR" altLang="pt-BR" sz="1600" i="0" u="none" strike="noStrike" cap="none" normalizeH="0" baseline="0" dirty="0">
                <a:ln>
                  <a:noFill/>
                </a:ln>
                <a:solidFill>
                  <a:schemeClr val="tx1"/>
                </a:solidFill>
                <a:effectLst/>
                <a:latin typeface="Arial" panose="020B0604020202020204" pitchFamily="34" charset="0"/>
              </a:rPr>
              <a:t> models </a:t>
            </a:r>
            <a:r>
              <a:rPr kumimoji="0" lang="pt-BR" altLang="pt-BR" sz="1600" i="0" u="none" strike="noStrike" cap="none" normalizeH="0" baseline="0" dirty="0" err="1">
                <a:ln>
                  <a:noFill/>
                </a:ln>
                <a:solidFill>
                  <a:schemeClr val="tx1"/>
                </a:solidFill>
                <a:effectLst/>
                <a:latin typeface="Arial" panose="020B0604020202020204" pitchFamily="34" charset="0"/>
              </a:rPr>
              <a:t>with</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flexible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categorical</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encoding</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strategies</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to</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find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the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best</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fit</a:t>
            </a:r>
            <a:r>
              <a:rPr kumimoji="0" lang="pt-BR" altLang="pt-BR" sz="1600" i="0" u="none" strike="noStrike" cap="none" normalizeH="0" baseline="0" dirty="0">
                <a:ln>
                  <a:noFill/>
                </a:ln>
                <a:solidFill>
                  <a:schemeClr val="tx1"/>
                </a:solidFill>
                <a:effectLst/>
                <a:latin typeface="Arial" panose="020B0604020202020204" pitchFamily="34" charset="0"/>
              </a:rPr>
              <a:t> for </a:t>
            </a:r>
            <a:r>
              <a:rPr kumimoji="0" lang="pt-BR" altLang="pt-BR" sz="1600" i="0" u="none" strike="noStrike" cap="none" normalizeH="0" baseline="0" dirty="0" err="1">
                <a:ln>
                  <a:noFill/>
                </a:ln>
                <a:solidFill>
                  <a:schemeClr val="tx1"/>
                </a:solidFill>
                <a:effectLst/>
                <a:latin typeface="Arial" panose="020B0604020202020204" pitchFamily="34" charset="0"/>
              </a:rPr>
              <a:t>route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and</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airline</a:t>
            </a:r>
            <a:r>
              <a:rPr kumimoji="0" lang="pt-BR" altLang="pt-BR" sz="1600" i="0" u="none" strike="noStrike" cap="none" normalizeH="0" baseline="0" dirty="0">
                <a:ln>
                  <a:noFill/>
                </a:ln>
                <a:solidFill>
                  <a:schemeClr val="tx1"/>
                </a:solidFill>
                <a:effectLst/>
                <a:latin typeface="Arial" panose="020B0604020202020204" pitchFamily="34" charset="0"/>
              </a:rPr>
              <a:t> </a:t>
            </a:r>
            <a:r>
              <a:rPr kumimoji="0" lang="pt-BR" altLang="pt-BR" sz="1600" i="0" u="none" strike="noStrike" cap="none" normalizeH="0" baseline="0" dirty="0" err="1">
                <a:ln>
                  <a:noFill/>
                </a:ln>
                <a:solidFill>
                  <a:schemeClr val="tx1"/>
                </a:solidFill>
                <a:effectLst/>
                <a:latin typeface="Arial" panose="020B0604020202020204" pitchFamily="34" charset="0"/>
              </a:rPr>
              <a:t>predictability</a:t>
            </a:r>
            <a:r>
              <a:rPr kumimoji="0" lang="pt-BR" altLang="pt-BR"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0678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594153-7A19-4B40-0A11-9EC9D6C5F97A}"/>
              </a:ext>
            </a:extLst>
          </p:cNvPr>
          <p:cNvSpPr>
            <a:spLocks noGrp="1"/>
          </p:cNvSpPr>
          <p:nvPr>
            <p:ph type="title"/>
          </p:nvPr>
        </p:nvSpPr>
        <p:spPr/>
        <p:txBody>
          <a:bodyPr/>
          <a:lstStyle/>
          <a:p>
            <a:r>
              <a:rPr lang="pt-BR" dirty="0"/>
              <a:t>Output</a:t>
            </a:r>
          </a:p>
        </p:txBody>
      </p:sp>
      <p:sp>
        <p:nvSpPr>
          <p:cNvPr id="3" name="Espaço Reservado para Conteúdo 2">
            <a:extLst>
              <a:ext uri="{FF2B5EF4-FFF2-40B4-BE49-F238E27FC236}">
                <a16:creationId xmlns:a16="http://schemas.microsoft.com/office/drawing/2014/main" id="{248E99C7-6A8B-9021-74AE-A049167642B1}"/>
              </a:ext>
            </a:extLst>
          </p:cNvPr>
          <p:cNvSpPr>
            <a:spLocks noGrp="1"/>
          </p:cNvSpPr>
          <p:nvPr>
            <p:ph idx="1"/>
          </p:nvPr>
        </p:nvSpPr>
        <p:spPr>
          <a:xfrm>
            <a:off x="521208" y="3226849"/>
            <a:ext cx="11155680" cy="1629598"/>
          </a:xfrm>
        </p:spPr>
        <p:txBody>
          <a:bodyPr/>
          <a:lstStyle/>
          <a:p>
            <a:r>
              <a:rPr lang="en-US" dirty="0"/>
              <a:t>Our output consists of two specialized models that predict delay and cancellation risks based on the historical performance of specific airline routes during the month of travel. These insights are delivered through a </a:t>
            </a:r>
            <a:r>
              <a:rPr lang="en-US" dirty="0" err="1"/>
              <a:t>Streamlit</a:t>
            </a:r>
            <a:r>
              <a:rPr lang="en-US" dirty="0"/>
              <a:t> application, allowing users to input their flight details and receive an immediate operational risk score.</a:t>
            </a:r>
            <a:endParaRPr lang="pt-BR" dirty="0"/>
          </a:p>
        </p:txBody>
      </p:sp>
    </p:spTree>
    <p:extLst>
      <p:ext uri="{BB962C8B-B14F-4D97-AF65-F5344CB8AC3E}">
        <p14:creationId xmlns:p14="http://schemas.microsoft.com/office/powerpoint/2010/main" val="3251303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9576D-6236-1BC0-B3EE-13328AB2168A}"/>
              </a:ext>
            </a:extLst>
          </p:cNvPr>
          <p:cNvSpPr>
            <a:spLocks noGrp="1"/>
          </p:cNvSpPr>
          <p:nvPr>
            <p:ph type="title"/>
          </p:nvPr>
        </p:nvSpPr>
        <p:spPr/>
        <p:txBody>
          <a:bodyPr/>
          <a:lstStyle/>
          <a:p>
            <a:r>
              <a:rPr lang="pt-BR" dirty="0" err="1"/>
              <a:t>Value</a:t>
            </a:r>
            <a:endParaRPr lang="pt-BR" dirty="0"/>
          </a:p>
        </p:txBody>
      </p:sp>
      <p:sp>
        <p:nvSpPr>
          <p:cNvPr id="3" name="Espaço Reservado para Conteúdo 2">
            <a:extLst>
              <a:ext uri="{FF2B5EF4-FFF2-40B4-BE49-F238E27FC236}">
                <a16:creationId xmlns:a16="http://schemas.microsoft.com/office/drawing/2014/main" id="{40C11425-9FE7-7C20-F1DA-4425CA6B6165}"/>
              </a:ext>
            </a:extLst>
          </p:cNvPr>
          <p:cNvSpPr>
            <a:spLocks noGrp="1"/>
          </p:cNvSpPr>
          <p:nvPr>
            <p:ph idx="1"/>
          </p:nvPr>
        </p:nvSpPr>
        <p:spPr>
          <a:xfrm>
            <a:off x="518160" y="3112992"/>
            <a:ext cx="11155680" cy="1463040"/>
          </a:xfrm>
        </p:spPr>
        <p:txBody>
          <a:bodyPr/>
          <a:lstStyle/>
          <a:p>
            <a:r>
              <a:rPr lang="en-US" dirty="0"/>
              <a:t>This solution adds value by reducing business travel disruptions and increasing insurance sales through targeted, data-backed recommendations. It bridges the gap between high-cost data and the everyday consumer’s need for certainty.</a:t>
            </a:r>
            <a:endParaRPr lang="pt-BR" dirty="0"/>
          </a:p>
        </p:txBody>
      </p:sp>
    </p:spTree>
    <p:extLst>
      <p:ext uri="{BB962C8B-B14F-4D97-AF65-F5344CB8AC3E}">
        <p14:creationId xmlns:p14="http://schemas.microsoft.com/office/powerpoint/2010/main" val="288649143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90</TotalTime>
  <Words>341</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6</vt:i4>
      </vt:variant>
    </vt:vector>
  </HeadingPairs>
  <TitlesOfParts>
    <vt:vector size="9" baseType="lpstr">
      <vt:lpstr>Arial</vt:lpstr>
      <vt:lpstr>Bierstadt</vt:lpstr>
      <vt:lpstr>GestaltVTI</vt:lpstr>
      <vt:lpstr>Flight Risk</vt:lpstr>
      <vt:lpstr>The Problem</vt:lpstr>
      <vt:lpstr>The Data </vt:lpstr>
      <vt:lpstr>Approach</vt:lpstr>
      <vt:lpstr>Output</vt:lpstr>
      <vt:lpstr>Value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 GUILLERMO CASEMIRO RAPOSO</dc:creator>
  <cp:lastModifiedBy>Andre guillermo Raposo</cp:lastModifiedBy>
  <cp:revision>1</cp:revision>
  <dcterms:created xsi:type="dcterms:W3CDTF">2026-01-26T09:57:29Z</dcterms:created>
  <dcterms:modified xsi:type="dcterms:W3CDTF">2026-01-26T11:27:50Z</dcterms:modified>
</cp:coreProperties>
</file>